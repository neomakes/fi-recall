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9c45909f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9c45909f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9c45909f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9c45909f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9c45909f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9c45909f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9c45909f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9c45909f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9c45909f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9c45909f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9c45909f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9c45909f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9c45909f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9c45909f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9c45909f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9c45909f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9c45909f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9c45909f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combinator.com/library/2u-how-to-build-your-seed-round-pitch-dec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433175" y="1064475"/>
            <a:ext cx="17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50850" y="2044200"/>
            <a:ext cx="87297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Seed deck template, Inc.</a:t>
            </a:r>
            <a:endParaRPr b="1" sz="5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97650" y="3104300"/>
            <a:ext cx="89487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template that tells you how to build a seed deck</a:t>
            </a:r>
            <a:endParaRPr b="1" sz="2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2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1" lang="en" sz="29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Full credit + Source: Y Combinator</a:t>
            </a:r>
            <a:endParaRPr b="1" i="1" sz="2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Founders build bad seed decks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This wastes a huge amount of time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Bad seed decks mean they don't raise the money they need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No money means companies are forced to survive on revenue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Our template solves this problem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It’s fast to use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Simple to explain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Improves lives and cleans teeth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All the companies are using us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4" name="Google Shape;74;p16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30175"/>
            <a:ext cx="5573124" cy="344602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7003350" y="1392725"/>
            <a:ext cx="1930500" cy="13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50% growth per month. Every month.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100% retention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09400" y="984125"/>
            <a:ext cx="2498700" cy="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12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Decks created per month</a:t>
            </a:r>
            <a:endParaRPr b="1" sz="112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Money raised thanks to our decks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2" name="Google Shape;82;p17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30175"/>
            <a:ext cx="5573124" cy="344602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7003350" y="1392725"/>
            <a:ext cx="1930500" cy="13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US$s, not C$s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95% better than fundraises without our decks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409400" y="984125"/>
            <a:ext cx="2498700" cy="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12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Dollars per month</a:t>
            </a:r>
            <a:endParaRPr b="1" sz="112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Our decks work because of science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Time to create a deck is 90% less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Edward Tufte approved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We pick better color schemes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Have you heard of the power of paper?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We make </a:t>
            </a: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money on every deck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5% of all capital raised + 1% royalty on business revenue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That’s $6m revenue last year alone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Free to produce new decks, because we don’t do any work, it’s a google slide template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Future growth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There are 1000 slide decks made in SF every day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That's the first market, but it's slowed because of how hard decks are to build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We're going to make decks bigger, better, and easier, which means more decks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Team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4370450"/>
            <a:ext cx="2010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b="1" lang="en" sz="955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CTO with lots of experience</a:t>
            </a:r>
            <a:endParaRPr b="1" sz="955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566850" y="4370450"/>
            <a:ext cx="2010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b="1" lang="en" sz="955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CEO who knows how to pitch</a:t>
            </a:r>
            <a:endParaRPr b="1" sz="955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6822000" y="4370450"/>
            <a:ext cx="2010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955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VP eng who does not sleep</a:t>
            </a:r>
            <a:endParaRPr b="1" sz="955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b="1" sz="955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3263" y="883963"/>
            <a:ext cx="1687776" cy="337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8600" y="1322525"/>
            <a:ext cx="1886811" cy="304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954" y="883970"/>
            <a:ext cx="1687775" cy="3502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What we need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$1.5m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This is for engineers and marketing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With this money, we'll hit all the milestones for our next round within 2 days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Thanks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